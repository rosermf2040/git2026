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5E1"/>
                </a:solidFill>
                <a:latin typeface="微软雅黑"/>
              </a:rPr>
              <a:t>风景如画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0233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F6C85F"/>
                </a:solidFill>
                <a:latin typeface="微软雅黑"/>
              </a:rPr>
              <a:t>一场关于自然之美的旅程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6C85F"/>
                </a:solidFill>
                <a:latin typeface="微软雅黑"/>
              </a:rPr>
              <a:t>晨曦山岚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800">
                <a:solidFill>
                  <a:srgbClr val="E8F1F8"/>
                </a:solidFill>
                <a:latin typeface="微软雅黑"/>
              </a:rPr>
              <a:t>天微微亮，薄雾缭绕在群山之间，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E8F1F8"/>
                </a:solidFill>
                <a:latin typeface="微软雅黑"/>
              </a:rPr>
              <a:t>第一缕阳光穿过云层，洒在松针上，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E8F1F8"/>
                </a:solidFill>
                <a:latin typeface="微软雅黑"/>
              </a:rPr>
              <a:t>整座山林像被披上了一层金色的轻纱。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E8F1F8"/>
                </a:solidFill>
                <a:latin typeface="微软雅黑"/>
              </a:rPr>
              <a:t>鸟鸣声此起彼伏，唤醒了沉睡的大地。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6C85F"/>
                </a:solidFill>
                <a:latin typeface="微软雅黑"/>
              </a:rPr>
              <a:t>碧海蓝天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800">
                <a:solidFill>
                  <a:srgbClr val="E8F1F8"/>
                </a:solidFill>
                <a:latin typeface="微软雅黑"/>
              </a:rPr>
              <a:t>海风拂面，咸涩中带着自由的气息，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E8F1F8"/>
                </a:solidFill>
                <a:latin typeface="微软雅黑"/>
              </a:rPr>
              <a:t>碧蓝的海水与天空连成一线，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E8F1F8"/>
                </a:solidFill>
                <a:latin typeface="微软雅黑"/>
              </a:rPr>
              <a:t>白色的浪花轻轻拍打着沙滩，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E8F1F8"/>
                </a:solidFill>
                <a:latin typeface="微软雅黑"/>
              </a:rPr>
              <a:t>海鸥掠过水面，留下一串轻盈的剪影。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6C85F"/>
                </a:solidFill>
                <a:latin typeface="微软雅黑"/>
              </a:rPr>
              <a:t>湖光秋色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800">
                <a:solidFill>
                  <a:srgbClr val="E8F1F8"/>
                </a:solidFill>
                <a:latin typeface="微软雅黑"/>
              </a:rPr>
              <a:t>湖面如镜，倒映着层林尽染的山峦，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E8F1F8"/>
                </a:solidFill>
                <a:latin typeface="微软雅黑"/>
              </a:rPr>
              <a:t>红的枫、黄的银杏、绿的青松交织成画，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E8F1F8"/>
                </a:solidFill>
                <a:latin typeface="微软雅黑"/>
              </a:rPr>
              <a:t>微风过处，水波荡漾，落叶轻舞，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E8F1F8"/>
                </a:solidFill>
                <a:latin typeface="微软雅黑"/>
              </a:rPr>
              <a:t>仿佛走进了一幅流动的水彩画卷。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6C85F"/>
                </a:solidFill>
                <a:latin typeface="微软雅黑"/>
              </a:rPr>
              <a:t>雪域星空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800">
                <a:solidFill>
                  <a:srgbClr val="E8F1F8"/>
                </a:solidFill>
                <a:latin typeface="微软雅黑"/>
              </a:rPr>
              <a:t>夜幕低垂，雪原静谧无声，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E8F1F8"/>
                </a:solidFill>
                <a:latin typeface="微软雅黑"/>
              </a:rPr>
              <a:t>万千繁星缀满深邃的天幕，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E8F1F8"/>
                </a:solidFill>
                <a:latin typeface="微软雅黑"/>
              </a:rPr>
              <a:t>银河如绸缎横亘其上，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E8F1F8"/>
                </a:solidFill>
                <a:latin typeface="微软雅黑"/>
              </a:rPr>
              <a:t>天地之间，唯余呼吸与心跳。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6C85F"/>
                </a:solidFill>
                <a:latin typeface="微软雅黑"/>
              </a:rPr>
              <a:t>田园牧歌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800">
                <a:solidFill>
                  <a:srgbClr val="E8F1F8"/>
                </a:solidFill>
                <a:latin typeface="微软雅黑"/>
              </a:rPr>
              <a:t>金色的麦田随风起伏，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E8F1F8"/>
                </a:solidFill>
                <a:latin typeface="微软雅黑"/>
              </a:rPr>
              <a:t>远处青瓦白墙的村落升起袅袅炊烟，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E8F1F8"/>
                </a:solidFill>
                <a:latin typeface="微软雅黑"/>
              </a:rPr>
              <a:t>牛羊在草地上悠闲漫步，</a:t>
            </a:r>
          </a:p>
          <a:p>
            <a:pPr algn="l">
              <a:spcAft>
                <a:spcPts val="1200"/>
              </a:spcAft>
            </a:pPr>
            <a:r>
              <a:rPr sz="2800">
                <a:solidFill>
                  <a:srgbClr val="E8F1F8"/>
                </a:solidFill>
                <a:latin typeface="微软雅黑"/>
              </a:rPr>
              <a:t>这里有最简单也最动人的幸福。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5E1"/>
                </a:solidFill>
                <a:latin typeface="微软雅黑"/>
              </a:rPr>
              <a:t>愿你心中有山海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0233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F6C85F"/>
                </a:solidFill>
                <a:latin typeface="微软雅黑"/>
              </a:rPr>
              <a:t>也愿你眼里有星辰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